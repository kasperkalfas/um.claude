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Informacja o wykonaniu budżetu wydatków za 8 miesięcy 2026 r.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Wydział Finansowy – Urząd Miejski w Opolu</a:t>
            </a:r>
          </a:p>
          <a:p>
            <a:r>
              <a:t>materiał na posiedzenie Komisji Budżetowej, wrzesień 2026 (dane fikcyjne)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Wykonanie wydatków według działów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200"/>
              <a:t>W dziale 600 Transport i łączność plan roczny wynosi 24 000 000 zł, wykonanie po ośmiu miesiącach 15 207 000 zł, to jest 63,4 % planu; prognoza wykonania rocznego przy utrzymaniu średniego miesięcznego tempa wydatków wynosi 22 810 500 zł, co oznacza odchylenie od planu -5,0 %. W dziale 750 Administracja publiczna plan roczny wynosi 18 500 000 zł, wykonanie po ośmiu miesiącach 12 435 000 zł, to jest 67,2 % planu; prognoza wykonania rocznego przy utrzymaniu średniego miesięcznego tempa wydatków wynosi 18 652 500 zł, co oznacza odchylenie od planu +0,8 %. W dziale 801 Oświata i wychowanie plan roczny wynosi 62 000 000 zł, wykonanie po ośmiu miesiącach 40 124 000 zł, to jest 64,7 % planu; prognoza wykonania rocznego przy utrzymaniu średniego miesięcznego tempa wydatków wynosi 60 186 000 zł, co oznacza odchylenie od planu -2,9 %. W dziale 851 Ochrona zdrowia plan roczny wynosi 3 200 000 zł, wykonanie po ośmiu miesiącach 2 166 000 zł, to jest 67,7 % planu; prognoza wykonania rocznego przy utrzymaniu średniego miesięcznego tempa wydatków wynosi 3 249 000 zł, co oznacza odchylenie od planu +1,5 %. W dziale 852 Pomoc społeczna plan roczny wynosi 21 000 000 zł, wykonanie po ośmiu miesiącach 13 583 000 zł, to jest 64,7 % planu; prognoza wykonania rocznego przy utrzymaniu średniego miesięcznego tempa wydatków wynosi 20 374 500 zł, co oznacza odchylenie od planu -3,0 %. W dziale 900 Gospodarka komunalna i ochrona środowiska plan roczny wynosi 15 800 000 zł, wykonanie po ośmiu miesiącach 10 170 000 zł, to jest 64,4 % planu; prognoza wykonania rocznego przy utrzymaniu średniego miesięcznego tempa wydatków wynosi 15 255 000 zł, co oznacza odchylenie od planu -3,4 %. W dziale 921 Kultura i ochrona dziedzictwa narodowego plan roczny wynosi 7 400 000 zł, wykonanie po ośmiu miesiącach 4 791 000 zł, to jest 64,7 % planu; prognoza wykonania rocznego przy utrzymaniu średniego miesięcznego tempa wydatków wynosi 7 186 500 zł, co oznacza odchylenie od planu -2,9 %. W dziale 926 Kultura fizyczna plan roczny wynosi 5 600 000 zł, wykonanie po ośmiu miesiącach 3 508 000 zł, to jest 62,6 % planu; prognoza wykonania rocznego przy utrzymaniu średniego miesięcznego tempa wydatków wynosi 5 262 000 zł, co oznacza odchylenie od planu -6,0 %. Łącznie plan wydatków wynosi 157 500 000 zł, wykonanie 101 984 000 zł (64,8 % przy upływie 66,7 % roku), prognoza roczna 152 976 000 zł, czyli -2,9 % względem planu.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Tabela: plan, wykonanie, prognoza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57200">
                <a:tc>
                  <a:txBody>
                    <a:bodyPr/>
                    <a:lstStyle/>
                    <a:p>
                      <a:r>
                        <a:rPr sz="1100"/>
                        <a:t>Dział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Nazwa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Plan roczny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Wykonanie I–VIII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% planu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Prognoza roczna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Transport i łączność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24 000 000 zł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15 207 000 zł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63,4 %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22 810 500 zł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Administracja publiczna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18 500 000 zł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12 435 000 zł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67,2 %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18 652 500 zł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801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Oświata i wychowanie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62 000 000 zł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40 124 000 zł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64,7 %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60 186 000 zł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Ochrona zdrowia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3 200 000 zł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2 166 000 zł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67,7 %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3 249 000 zł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852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Pomoc społeczna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21 000 000 zł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13 583 000 zł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64,7 %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20 374 500 zł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Gospodarka komunalna i ochrona środowiska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15 800 000 zł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10 170 000 zł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64,4 %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15 255 000 zł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921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Kultura i ochrona dziedzictwa narodowego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7 400 000 zł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4 791 000 zł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64,7 %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7 186 500 zł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926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Kultura fizyczna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5 600 000 zł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3 508 000 zł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62,6 %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5 262 000 zł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Razem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157 500 000 zł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101 984 000 zł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64,8 %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152 976 000 zł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Prognoza wykonania rocznego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Prognoza roczna ogółem: 152 976 000 zł wobec planu 157 500 000 zł (-2,9 %)</a:t>
            </a:r>
          </a:p>
          <a:p>
            <a:pPr lvl="1"/>
            <a:r>
              <a:t>926 Kultura fizyczna: -6,0 % (-338 000 zł)</a:t>
            </a:r>
          </a:p>
          <a:p>
            <a:pPr lvl="1"/>
            <a:r>
              <a:t>600 Transport i łączność: -5,0 % (-1 189 500 zł)</a:t>
            </a:r>
          </a:p>
          <a:p>
            <a:pPr lvl="1"/>
            <a:r>
              <a:t>900 Gospodarka komunalna i ochrona środowiska: -3,4 % (-545 000 zł)</a:t>
            </a:r>
          </a:p>
          <a:p>
            <a:pPr lvl="1"/>
            <a:r>
              <a:t>852 Pomoc społeczna: -3,0 % (-625 500 zł)</a:t>
            </a:r>
          </a:p>
          <a:p>
            <a:pPr lvl="1"/>
            <a:r>
              <a:t>801 Oświata i wychowanie: -2,9 % (-1 814 000 zł)</a:t>
            </a:r>
          </a:p>
          <a:p>
            <a:pPr lvl="1"/>
            <a:r>
              <a:t>921 Kultura i ochrona dziedzictwa narodowego: -2,9 % (-213 500 zł)</a:t>
            </a:r>
          </a:p>
          <a:p>
            <a:pPr lvl="1"/>
            <a:r>
              <a:t>750 Administracja publiczna: +0,8 % (152 500 zł)</a:t>
            </a:r>
          </a:p>
          <a:p>
            <a:pPr lvl="1"/>
            <a:r>
              <a:t>851 Ochrona zdrowia: +1,5 % (49 000 zł)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Wnioski i rekomendacje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Wykonanie wydatków przebiega zgodnie z planem.</a:t>
            </a:r>
          </a:p>
          <a:p>
            <a:r>
              <a:t>W dwóch działach prognoza przekracza plan – wymagana analiza.</a:t>
            </a:r>
          </a:p>
          <a:p>
            <a:r>
              <a:t>W pozostałych działach prognoza jest niższa od planu.</a:t>
            </a:r>
          </a:p>
          <a:p>
            <a:r>
              <a:t>Rekomenduje się monitorowanie wykonania w kolejnych miesiącach.</a:t>
            </a:r>
          </a:p>
          <a:p>
            <a:r>
              <a:t>Materiał zostanie zaktualizowany po zamknięciu września.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